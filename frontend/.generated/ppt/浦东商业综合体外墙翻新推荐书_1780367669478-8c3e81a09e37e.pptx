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浦东商业综合体外墙翻新推荐书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上海浦东商业管理有限公司 | 商业综合体外墙翻新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项目位置：上海市浦东新区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涂装面积：18,600 m2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推荐体系：抗碱封闭底漆 + 高耐候外墙面漆，两遍面涂。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客户诉求：耐候、抗污、低气味，需形成可向业主汇报的技术方案 PPT。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根据项目参数、知识库、规则校验和审批要求生成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01. 项目背景与客户诉求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02. 推荐方案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03. 下一步计划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项目背景与客户诉求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方案内容页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说明项目范围、客户关注点和方案汇报目标。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推荐方案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方案内容页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展示体系选择、施工工艺、质量控制和风险提示。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下一步计划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方案内容页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汇总待复核资料、审批节点和交付清单。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知识引用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生成内容使用的企业知识、产品资料与规则来源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9611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立邦外墙耐候体系 TDS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产品资料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已引用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产品技术组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商业综合体外墙翻新案例库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案例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已引用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解决方案组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涂装方案材料用量估算口径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已命中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质量复核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上海地区雨季施工限制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项目知识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待现场复核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项目经理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规则校验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体系选型、用量估算、施工边界和风险提示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89611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基层含水率复核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必须补充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外墙翻新施工前需完成含水率和粘结强度检测。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底涂体系匹配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旧涂层粉化场景匹配抗碱封闭底漆。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面涂道数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按两遍面涂核算材料用量和工艺步骤。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高处作业边界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待审批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吊篮验收记录需进入最终方案附件。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内容溯源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关键页内容对应的资料来源与证据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89611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slide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02 现状诊断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现场照片.zip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南立面旧涂层粉化、局部裂缝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04 推荐体系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立邦外墙耐候体系 TDS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底漆、面漆组合与适用基层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06 用量估算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材料用量估算口径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按 18,600 m2、两遍面涂估算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09 风险与审批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施工进度计划.xlsx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雨季窗口和吊篮分区施工约束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审批与交付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复核节点、负责人和交付关注点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1201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node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assignee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方案工程师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周亦然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待复核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体系选型、客户表达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质量复核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林闻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待复核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规范条款、风险提示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销售负责人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沈嘉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待提交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4155"/>
                          </a:solidFill>
                        </a:defRPr>
                      </a:pPr>
                      <a:r>
                        <a:t>报价口径、商务措辞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DocTech 定制方案生成 |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