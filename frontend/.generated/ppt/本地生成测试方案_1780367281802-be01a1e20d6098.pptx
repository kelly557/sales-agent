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本地生成测试方案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测试客户 | 外墙翻新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项目位置：上海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涂装面积：1000 m2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推荐体系：底漆+面漆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客户诉求：生成可编辑PPT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根据项目参数、知识库、规则校验和审批要求生成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01. 项目背景与客户诉求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02. 推荐方案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03. 下一步计划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项目背景与客户诉求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方案内容页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说明项目范围、客户关注点和方案汇报目标。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推荐方案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方案内容页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展示体系选择、施工工艺、质量控制和风险提示。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方案内容页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汇总待复核资料、审批节点和交付清单。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知识引用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生成内容使用的企业知识、产品资料与规则来源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2402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测试知识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产品资料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已引用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技术组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规则校验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体系选型、用量估算、施工边界和风险提示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2402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基层复核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需检测含水率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内容溯源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关键页内容对应的资料来源与证据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2402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slide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02 推荐体系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测试资料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体系描述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审批与交付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复核节点、负责人和交付关注点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2402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assignee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方案工程师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测试人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待复核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技术内容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